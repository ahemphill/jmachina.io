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52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2312F-37AA-5AFD-C477-5A6836831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8BEDB-29E7-CBE6-3898-9B6336B3C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5220C-3E99-E8EE-5E47-CD5AF0FD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DF04F-9340-CD7D-C017-58FF28572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42157-8D5C-49CE-D535-BAF3C91C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46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8D6B0-FE1B-91E4-058D-9489E9D6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0C5D6-FD7A-BFA5-0F4A-A19D42EC6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25361-ABC3-3529-086E-331785A5A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E0B6-04FE-E56D-0DBF-48F323F23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6F917-D685-C2A2-EC96-6A6D2075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7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4C6A-B7F5-F0DC-9B66-35034A737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AA3BE-28CD-AEE4-7ADA-E67184B1E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7789-EFAC-9D36-2871-B95A7B7D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005E-6368-1CEF-697A-8298F3F3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922CC-41DA-8C9D-1507-5F034D44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96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CB60-110F-FFB2-C66F-5E050D92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BAED8-281B-827C-076B-8B2955DC9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B3570-F822-1C8B-7345-ABE3092705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74D6F-F031-9C91-5C7D-0155DA010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56564-C7F5-B464-BD20-78D7E21D0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A19E8-F714-4DF3-4672-55356C1E7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735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4011-7AE4-F22F-E03D-57BD7F218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0EC03-0A01-6CAF-4561-4DC68A806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B5BBC-5474-7794-F419-31409034A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90ACB1-CBFE-265D-1686-74BD70E6D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09D5C-E835-D834-DC70-59F0C9AEB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A86119-8091-DAEB-203C-7B308BF5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A11D8-FB85-2BDB-B9CF-DF5339BB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6A79D3-FAED-FAD3-B3FC-3C194C8F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7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1E3C-6858-B2AE-EC9C-6AF08D608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35706-EA20-6F24-7127-AECBE073E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445AE-AF54-31D6-8CED-E6EA9A3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A3905-FB4C-C9EA-1443-6CAC7DEF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6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D7E8DD-1B49-3F50-0E09-DF3C532D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4C330-973E-F1D7-978E-AA6DBFFEA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37B1B-9F6E-F9EF-CF9D-B92DF813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88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E5C87-3738-4B33-6E51-633E393A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68C8-F893-4462-0430-2A0F1DB5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D68A-9A8E-21F5-3CB9-06B22538A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D0891-6A77-F50F-D1F6-AF9EE1CA0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7BA9-FB6A-4524-E11B-1D545F3FF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FF6FD-07F9-E338-99DC-1EA0DFE3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F0877-FA56-D62D-2147-0E67E4B2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9CF44-BFA6-BB83-95E7-445BCF80C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8223F-253C-3290-CD03-024A737C0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02440-0ABB-E9F7-2CA8-99231EE7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FD243-6F75-A94D-F959-0AE8F6BC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79E8B-A074-27E8-A770-BA97A5B9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80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3E41-07DA-50D7-8B20-8D2AFA804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B725B-CCDF-F326-79D2-470F685AA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974B3-7F07-5467-F1E7-50FDAD76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2F0EA-8D6F-7DA3-3582-73D2C4BF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C7137-A0BA-D909-DD20-438A1A15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483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B6AE6-BE31-6C1F-7555-10A7BE014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4D026-6700-B65E-A799-13D0C55C4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FC490-8350-C587-50EB-4CDA2DEC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BF4C5-7249-90C0-1A14-3DE4A781E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DFE6-3C01-B61F-C2A7-C302FC68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15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A80EF-F8C4-2D25-CE06-97619E239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3605E-A90A-A890-FA99-DAE817856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F02F6-75B9-4908-BF9F-2542BDBED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561E6-9CFA-46BD-8339-031EDC0981B5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2CE6C-E5D0-0C27-C954-B229C0C3D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D474-BF26-4890-480B-3655E704D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D057C-CCA8-4D4E-8BD8-12744362E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5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0DAAF-B9E8-D14B-1325-9E42F843F5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5347" r="7998" b="53889"/>
          <a:stretch/>
        </p:blipFill>
        <p:spPr>
          <a:xfrm>
            <a:off x="0" y="0"/>
            <a:ext cx="7426633" cy="4618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7931F-DFE7-E4AF-9E1C-F56A737680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11" t="52335" r="3514" b="6907"/>
          <a:stretch>
            <a:fillRect/>
          </a:stretch>
        </p:blipFill>
        <p:spPr>
          <a:xfrm>
            <a:off x="7426633" y="-42335"/>
            <a:ext cx="7805452" cy="46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3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4544-A42C-D19E-A9AA-1FD85F6F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B40A39-891F-0A90-25B4-BD1BE5D77A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5347" r="7998" b="53889"/>
          <a:stretch/>
        </p:blipFill>
        <p:spPr>
          <a:xfrm>
            <a:off x="0" y="0"/>
            <a:ext cx="7426633" cy="46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02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Wright</dc:creator>
  <cp:lastModifiedBy>Joshua Wright</cp:lastModifiedBy>
  <cp:revision>2</cp:revision>
  <dcterms:created xsi:type="dcterms:W3CDTF">2026-01-04T23:35:16Z</dcterms:created>
  <dcterms:modified xsi:type="dcterms:W3CDTF">2026-01-04T23:41:02Z</dcterms:modified>
</cp:coreProperties>
</file>